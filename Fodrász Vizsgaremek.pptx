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266FFF-98DE-421C-B8D3-977D3477F40B}" v="269" dt="2026-04-12T17:35:50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712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1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0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3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025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78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9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1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6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4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5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23FB3B-24E7-5304-70D8-3CA40290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081EE3-B6BE-9584-F5AF-E5F6484DA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9DC80-8633-DA45-62C0-75F793F00C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8080" r="-2" b="2251"/>
          <a:stretch>
            <a:fillRect/>
          </a:stretch>
        </p:blipFill>
        <p:spPr>
          <a:xfrm>
            <a:off x="-149" y="1393"/>
            <a:ext cx="12192001" cy="685800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11BF64-C99B-2F90-ADA1-0C08F9BE8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1856" y="934541"/>
            <a:ext cx="10329631" cy="4992275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0 w 9985794"/>
              <a:gd name="connsiteY0" fmla="*/ 1551223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17333 w 9985794"/>
              <a:gd name="connsiteY0" fmla="*/ 1686702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1 w 9985794"/>
              <a:gd name="connsiteY0" fmla="*/ 1686702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5794" h="4920343">
                <a:moveTo>
                  <a:pt x="1" y="1686702"/>
                </a:moveTo>
                <a:cubicBezTo>
                  <a:pt x="1" y="1124468"/>
                  <a:pt x="0" y="562234"/>
                  <a:pt x="0" y="0"/>
                </a:cubicBez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776882" y="2498165"/>
            <a:ext cx="4536336" cy="2444115"/>
          </a:xfrm>
          <a:noFill/>
        </p:spPr>
        <p:txBody>
          <a:bodyPr anchor="b">
            <a:noAutofit/>
          </a:bodyPr>
          <a:lstStyle/>
          <a:p>
            <a:r>
              <a:rPr lang="hu-HU" sz="4800">
                <a:solidFill>
                  <a:schemeClr val="accent1">
                    <a:lumMod val="60000"/>
                    <a:lumOff val="40000"/>
                  </a:schemeClr>
                </a:solidFill>
              </a:rPr>
              <a:t>Fodrász vizsgaremek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9533198" y="4507808"/>
            <a:ext cx="4536336" cy="2109723"/>
          </a:xfrm>
          <a:noFill/>
        </p:spPr>
        <p:txBody>
          <a:bodyPr anchor="t">
            <a:normAutofit lnSpcReduction="10000"/>
          </a:bodyPr>
          <a:lstStyle/>
          <a:p>
            <a:r>
              <a:rPr lang="hu-HU">
                <a:solidFill>
                  <a:schemeClr val="accent1">
                    <a:lumMod val="60000"/>
                    <a:lumOff val="40000"/>
                  </a:schemeClr>
                </a:solidFill>
              </a:rPr>
              <a:t>Készitette: </a:t>
            </a:r>
            <a:endParaRPr lang="hu-H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hu-HU">
                <a:solidFill>
                  <a:schemeClr val="accent1">
                    <a:lumMod val="60000"/>
                    <a:lumOff val="40000"/>
                  </a:schemeClr>
                </a:solidFill>
              </a:rPr>
              <a:t>Döbrössy Bálint</a:t>
            </a:r>
            <a:br>
              <a:rPr lang="hu-HU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hu-HU">
                <a:solidFill>
                  <a:schemeClr val="accent1">
                    <a:lumMod val="60000"/>
                    <a:lumOff val="40000"/>
                  </a:schemeClr>
                </a:solidFill>
              </a:rPr>
              <a:t>Szüllő Zsolt</a:t>
            </a:r>
            <a:br>
              <a:rPr lang="hu-HU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hu-HU">
                <a:solidFill>
                  <a:schemeClr val="accent1">
                    <a:lumMod val="60000"/>
                    <a:lumOff val="40000"/>
                  </a:schemeClr>
                </a:solidFill>
              </a:rPr>
              <a:t>Vatali Zsolt</a:t>
            </a:r>
            <a:br>
              <a:rPr lang="hu-HU" dirty="0"/>
            </a:br>
            <a:br>
              <a:rPr lang="hu-HU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hu-HU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számítógép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9F5A2AF1-8D3E-A5EF-BE2D-B313B1A80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4"/>
            <a:ext cx="12192000" cy="6857019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1C20146D-43EE-FA7E-5BAF-4E8D4B164C1C}"/>
              </a:ext>
            </a:extLst>
          </p:cNvPr>
          <p:cNvSpPr txBox="1"/>
          <p:nvPr/>
        </p:nvSpPr>
        <p:spPr>
          <a:xfrm>
            <a:off x="4724399" y="5614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>
                <a:solidFill>
                  <a:srgbClr val="FFFF00"/>
                </a:solidFill>
              </a:rPr>
              <a:t>KEZDŐLAP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898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C2F80C20-0C54-0D9E-0005-7DF372C16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555D7BF8-EB50-70CD-D228-54806B083703}"/>
              </a:ext>
            </a:extLst>
          </p:cNvPr>
          <p:cNvSpPr txBox="1"/>
          <p:nvPr/>
        </p:nvSpPr>
        <p:spPr>
          <a:xfrm>
            <a:off x="4697662" y="-1"/>
            <a:ext cx="27993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>
                <a:solidFill>
                  <a:srgbClr val="FFFF00"/>
                </a:solidFill>
              </a:rPr>
              <a:t>REGISZTRÁCIÓ</a:t>
            </a:r>
          </a:p>
        </p:txBody>
      </p:sp>
    </p:spTree>
    <p:extLst>
      <p:ext uri="{BB962C8B-B14F-4D97-AF65-F5344CB8AC3E}">
        <p14:creationId xmlns:p14="http://schemas.microsoft.com/office/powerpoint/2010/main" val="577227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CCE2AA31-028E-9455-46AE-989746E3F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7"/>
            <a:ext cx="12192000" cy="6851646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84FBAEF3-069D-24A0-67E7-3B2AC7AA989A}"/>
              </a:ext>
            </a:extLst>
          </p:cNvPr>
          <p:cNvSpPr txBox="1"/>
          <p:nvPr/>
        </p:nvSpPr>
        <p:spPr>
          <a:xfrm>
            <a:off x="4483768" y="1337"/>
            <a:ext cx="32324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>
                <a:solidFill>
                  <a:srgbClr val="FFFF00"/>
                </a:solidFill>
              </a:rPr>
              <a:t>BEJELENTKEZÉS</a:t>
            </a:r>
          </a:p>
        </p:txBody>
      </p:sp>
    </p:spTree>
    <p:extLst>
      <p:ext uri="{BB962C8B-B14F-4D97-AF65-F5344CB8AC3E}">
        <p14:creationId xmlns:p14="http://schemas.microsoft.com/office/powerpoint/2010/main" val="64006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szoftver, képernyő látható">
            <a:extLst>
              <a:ext uri="{FF2B5EF4-FFF2-40B4-BE49-F238E27FC236}">
                <a16:creationId xmlns:a16="http://schemas.microsoft.com/office/drawing/2014/main" id="{38F18FE4-3C28-CEE6-68AB-F9F46CFFA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4"/>
            <a:ext cx="12192000" cy="6860628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925B003-DCEE-1314-149F-9C3BB4CB1D22}"/>
              </a:ext>
            </a:extLst>
          </p:cNvPr>
          <p:cNvSpPr txBox="1"/>
          <p:nvPr/>
        </p:nvSpPr>
        <p:spPr>
          <a:xfrm>
            <a:off x="4763169" y="66842"/>
            <a:ext cx="26710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>
                <a:solidFill>
                  <a:srgbClr val="FFFF00"/>
                </a:solidFill>
              </a:rPr>
              <a:t>FOGLALÁS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2505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60E19D39-0B73-C765-5DAE-0ECE8DCF4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C792415C-1422-E8B4-8C8E-EB4C7B54A39F}"/>
              </a:ext>
            </a:extLst>
          </p:cNvPr>
          <p:cNvSpPr txBox="1"/>
          <p:nvPr/>
        </p:nvSpPr>
        <p:spPr>
          <a:xfrm>
            <a:off x="4506494" y="-1"/>
            <a:ext cx="31763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>
                <a:solidFill>
                  <a:srgbClr val="FFFF00"/>
                </a:solidFill>
              </a:rPr>
              <a:t>PROFIL</a:t>
            </a:r>
          </a:p>
        </p:txBody>
      </p:sp>
    </p:spTree>
    <p:extLst>
      <p:ext uri="{BB962C8B-B14F-4D97-AF65-F5344CB8AC3E}">
        <p14:creationId xmlns:p14="http://schemas.microsoft.com/office/powerpoint/2010/main" val="4201906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3CBAE-C1F6-28E2-3FE7-7A68E8682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30B259-7AE0-43BF-D493-88EFEC1C2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0B4908-8584-6662-098F-425872D4B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480207-5DFE-8F26-4600-9553B83C4E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8080" r="-2" b="2251"/>
          <a:stretch>
            <a:fillRect/>
          </a:stretch>
        </p:blipFill>
        <p:spPr>
          <a:xfrm>
            <a:off x="-149" y="1393"/>
            <a:ext cx="12192001" cy="685800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20BF1C7-0CA4-F616-8C17-812DA7DE6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1856" y="934541"/>
            <a:ext cx="10329631" cy="4992275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0 w 9985794"/>
              <a:gd name="connsiteY0" fmla="*/ 1551223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17333 w 9985794"/>
              <a:gd name="connsiteY0" fmla="*/ 1686702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1 w 9985794"/>
              <a:gd name="connsiteY0" fmla="*/ 1686702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5794" h="4920343">
                <a:moveTo>
                  <a:pt x="1" y="1686702"/>
                </a:moveTo>
                <a:cubicBezTo>
                  <a:pt x="1" y="1124468"/>
                  <a:pt x="0" y="562234"/>
                  <a:pt x="0" y="0"/>
                </a:cubicBez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BEDF84B-3C44-54CB-2CB7-6285B43C7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882" y="2498165"/>
            <a:ext cx="4536336" cy="2444115"/>
          </a:xfrm>
          <a:noFill/>
        </p:spPr>
        <p:txBody>
          <a:bodyPr anchor="b">
            <a:noAutofit/>
          </a:bodyPr>
          <a:lstStyle/>
          <a:p>
            <a:r>
              <a:rPr lang="hu-HU" sz="4800">
                <a:solidFill>
                  <a:schemeClr val="accent1">
                    <a:lumMod val="60000"/>
                    <a:lumOff val="40000"/>
                  </a:schemeClr>
                </a:solidFill>
              </a:rPr>
              <a:t>ASZTALI aLKALMAZÁS</a:t>
            </a:r>
          </a:p>
        </p:txBody>
      </p:sp>
    </p:spTree>
    <p:extLst>
      <p:ext uri="{BB962C8B-B14F-4D97-AF65-F5344CB8AC3E}">
        <p14:creationId xmlns:p14="http://schemas.microsoft.com/office/powerpoint/2010/main" val="2022712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6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Kép 1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6C3025EF-61DA-80DD-D82D-33343C1CA9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17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4E2F38AF-CF2C-5AC4-A335-33854AC2187B}"/>
              </a:ext>
            </a:extLst>
          </p:cNvPr>
          <p:cNvSpPr txBox="1"/>
          <p:nvPr/>
        </p:nvSpPr>
        <p:spPr>
          <a:xfrm>
            <a:off x="4499810" y="272715"/>
            <a:ext cx="3200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>
                <a:solidFill>
                  <a:srgbClr val="FFFF00"/>
                </a:solidFill>
              </a:rPr>
              <a:t>FODRÁSZOK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586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Kép 1" descr="A képen szöveg, képernyőkép, szoftver, Számítógépes ikon látható&#10;&#10;Lehet, hogy az AI által létrehozott tartalom helytelen.">
            <a:extLst>
              <a:ext uri="{FF2B5EF4-FFF2-40B4-BE49-F238E27FC236}">
                <a16:creationId xmlns:a16="http://schemas.microsoft.com/office/drawing/2014/main" id="{21B61819-1AB4-5FBA-F0B4-32A21A5E1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3B41ED6A-6409-71C9-63D9-0D18F1EBFBAB}"/>
              </a:ext>
            </a:extLst>
          </p:cNvPr>
          <p:cNvSpPr txBox="1"/>
          <p:nvPr/>
        </p:nvSpPr>
        <p:spPr>
          <a:xfrm>
            <a:off x="4531894" y="280737"/>
            <a:ext cx="31282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>
                <a:solidFill>
                  <a:srgbClr val="FFFF00"/>
                </a:solidFill>
              </a:rPr>
              <a:t>IDŐPONTOK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5566262"/>
      </p:ext>
    </p:extLst>
  </p:cSld>
  <p:clrMapOvr>
    <a:masterClrMapping/>
  </p:clrMapOvr>
</p:sld>
</file>

<file path=ppt/theme/theme1.xml><?xml version="1.0" encoding="utf-8"?>
<a:theme xmlns:a="http://schemas.openxmlformats.org/drawingml/2006/main" name="LimelightVTI">
  <a:themeElements>
    <a:clrScheme name="Limelight">
      <a:dk1>
        <a:sysClr val="windowText" lastClr="000000"/>
      </a:dk1>
      <a:lt1>
        <a:sysClr val="window" lastClr="FFFFFF"/>
      </a:lt1>
      <a:dk2>
        <a:srgbClr val="23353B"/>
      </a:dk2>
      <a:lt2>
        <a:srgbClr val="E0DDD8"/>
      </a:lt2>
      <a:accent1>
        <a:srgbClr val="90A208"/>
      </a:accent1>
      <a:accent2>
        <a:srgbClr val="6A8755"/>
      </a:accent2>
      <a:accent3>
        <a:srgbClr val="49716B"/>
      </a:accent3>
      <a:accent4>
        <a:srgbClr val="A16F7C"/>
      </a:accent4>
      <a:accent5>
        <a:srgbClr val="B16455"/>
      </a:accent5>
      <a:accent6>
        <a:srgbClr val="E08350"/>
      </a:accent6>
      <a:hlink>
        <a:srgbClr val="5F864B"/>
      </a:hlink>
      <a:folHlink>
        <a:srgbClr val="3F877D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9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0" baseType="lpstr">
      <vt:lpstr>LimelightVTI</vt:lpstr>
      <vt:lpstr>Fodrász vizsgaremek</vt:lpstr>
      <vt:lpstr>PowerPoint-bemutató</vt:lpstr>
      <vt:lpstr>PowerPoint-bemutató</vt:lpstr>
      <vt:lpstr>PowerPoint-bemutató</vt:lpstr>
      <vt:lpstr>PowerPoint-bemutató</vt:lpstr>
      <vt:lpstr>PowerPoint-bemutató</vt:lpstr>
      <vt:lpstr>ASZTALI aLKALMAZÁS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93</cp:revision>
  <dcterms:created xsi:type="dcterms:W3CDTF">2026-04-12T17:18:27Z</dcterms:created>
  <dcterms:modified xsi:type="dcterms:W3CDTF">2026-04-12T17:36:16Z</dcterms:modified>
</cp:coreProperties>
</file>