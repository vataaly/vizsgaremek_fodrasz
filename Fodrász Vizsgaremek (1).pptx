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67" r:id="rId2"/>
    <p:sldId id="268" r:id="rId3"/>
    <p:sldId id="269" r:id="rId4"/>
    <p:sldId id="270" r:id="rId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0FC37C-6027-43B3-BA97-948AE48FE3C7}" v="228" dt="2026-04-13T09:24:52.173"/>
    <p1510:client id="{AB266FFF-98DE-421C-B8D3-977D3477F40B}" v="269" dt="2026-04-12T17:35:50.7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8406" y="4512376"/>
            <a:ext cx="8639776" cy="900190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406" y="1720884"/>
            <a:ext cx="8639775" cy="2734693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97121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15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474" y="2413788"/>
            <a:ext cx="8085116" cy="273752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2474" y="1351721"/>
            <a:ext cx="8085118" cy="99391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705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817" y="1272209"/>
            <a:ext cx="9164725" cy="103367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15817" y="2425148"/>
            <a:ext cx="4188635" cy="31606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1355" y="2425148"/>
            <a:ext cx="4188635" cy="316064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35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442" y="600817"/>
            <a:ext cx="10079497" cy="116870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7442" y="1798488"/>
            <a:ext cx="4599587" cy="668492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7442" y="2777279"/>
            <a:ext cx="4599587" cy="32769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352" y="1798488"/>
            <a:ext cx="4599588" cy="668492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7352" y="2777279"/>
            <a:ext cx="4599588" cy="32769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571185" y="2593591"/>
            <a:ext cx="4525755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107503" y="2593591"/>
            <a:ext cx="4509526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025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178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99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121" y="1391478"/>
            <a:ext cx="3288432" cy="195141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3235" y="920080"/>
            <a:ext cx="5312467" cy="502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0121" y="3566727"/>
            <a:ext cx="3288432" cy="1766325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AAC029-BE5C-900C-E7D2-DE6E31789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4305523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65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120" y="1391478"/>
            <a:ext cx="3322510" cy="2037522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 useBgFill="1"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07143" y="931857"/>
            <a:ext cx="5351659" cy="499630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0120" y="3742792"/>
            <a:ext cx="3322510" cy="1590261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D8EE65-D4F9-418A-1628-F5DFD3DBA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4305523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1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338" y="1255172"/>
            <a:ext cx="9297346" cy="1050707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24338" y="2419468"/>
            <a:ext cx="9297346" cy="32543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67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26961" y="1414196"/>
            <a:ext cx="1817441" cy="410060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46042" y="1414196"/>
            <a:ext cx="7780919" cy="410060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45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442" y="1233199"/>
            <a:ext cx="8977511" cy="10738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0444" y="2419639"/>
            <a:ext cx="8977509" cy="3141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fld id="{E7736193-EDE3-4BB5-AE5F-E6E5472AB8B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9657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2A49E-0BD9-321C-F602-AFA2FCF9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850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8">
            <a:extLst>
              <a:ext uri="{FF2B5EF4-FFF2-40B4-BE49-F238E27FC236}">
                <a16:creationId xmlns:a16="http://schemas.microsoft.com/office/drawing/2014/main" id="{5BE2A49E-0BD9-321C-F602-AFA2FCF9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10">
            <a:extLst>
              <a:ext uri="{FF2B5EF4-FFF2-40B4-BE49-F238E27FC236}">
                <a16:creationId xmlns:a16="http://schemas.microsoft.com/office/drawing/2014/main" id="{812CB9FF-7D0E-C6EE-FD1E-5414C1C2F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Tartalom helye 3" descr="A képen szöveg, bútorok, fedett pályás, óra látható&#10;&#10;Lehet, hogy az AI által létrehozott tartalom helytelen.">
            <a:extLst>
              <a:ext uri="{FF2B5EF4-FFF2-40B4-BE49-F238E27FC236}">
                <a16:creationId xmlns:a16="http://schemas.microsoft.com/office/drawing/2014/main" id="{D02B887A-A15F-88E7-3D2B-11D7C22EBE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</a:blip>
          <a:srcRect l="889" r="-1" b="-1"/>
          <a:stretch>
            <a:fillRect/>
          </a:stretch>
        </p:blipFill>
        <p:spPr>
          <a:xfrm>
            <a:off x="20" y="10"/>
            <a:ext cx="12191982" cy="6857990"/>
          </a:xfrm>
          <a:prstGeom prst="rect">
            <a:avLst/>
          </a:prstGeom>
        </p:spPr>
      </p:pic>
      <p:sp>
        <p:nvSpPr>
          <p:cNvPr id="24" name="Rectangle 12">
            <a:extLst>
              <a:ext uri="{FF2B5EF4-FFF2-40B4-BE49-F238E27FC236}">
                <a16:creationId xmlns:a16="http://schemas.microsoft.com/office/drawing/2014/main" id="{9D116A30-2A9E-3B9D-13D5-D633F2105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030" y="4727954"/>
            <a:ext cx="12192001" cy="2128934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38000"/>
                </a:srgbClr>
              </a:gs>
              <a:gs pos="100000">
                <a:srgbClr val="000000">
                  <a:alpha val="0"/>
                </a:srgbClr>
              </a:gs>
              <a:gs pos="56000">
                <a:srgbClr val="000000">
                  <a:alpha val="20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AA139E6A-94CB-3729-1976-2DCA57C2B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030" y="1112"/>
            <a:ext cx="12195029" cy="3790442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56000"/>
                </a:srgbClr>
              </a:gs>
              <a:gs pos="100000">
                <a:srgbClr val="000000">
                  <a:alpha val="0"/>
                </a:srgbClr>
              </a:gs>
              <a:gs pos="60000">
                <a:srgbClr val="000000">
                  <a:alpha val="28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Cím 1">
            <a:extLst>
              <a:ext uri="{FF2B5EF4-FFF2-40B4-BE49-F238E27FC236}">
                <a16:creationId xmlns:a16="http://schemas.microsoft.com/office/drawing/2014/main" id="{6036629A-B3BA-0F30-BDBE-012A198D1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175" y="703736"/>
            <a:ext cx="4285881" cy="122510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spc="530" dirty="0" err="1">
                <a:solidFill>
                  <a:srgbClr val="FFFFFF"/>
                </a:solidFill>
              </a:rPr>
              <a:t>Fodrász</a:t>
            </a:r>
            <a:r>
              <a:rPr lang="en-US" sz="3200" spc="530" dirty="0">
                <a:solidFill>
                  <a:srgbClr val="FFFFFF"/>
                </a:solidFill>
              </a:rPr>
              <a:t> </a:t>
            </a:r>
            <a:r>
              <a:rPr lang="en-US" sz="3200" spc="530" dirty="0" err="1">
                <a:solidFill>
                  <a:srgbClr val="FFFFFF"/>
                </a:solidFill>
              </a:rPr>
              <a:t>szalon</a:t>
            </a:r>
          </a:p>
        </p:txBody>
      </p:sp>
      <p:sp>
        <p:nvSpPr>
          <p:cNvPr id="27" name="Freeform: Shape 16">
            <a:extLst>
              <a:ext uri="{FF2B5EF4-FFF2-40B4-BE49-F238E27FC236}">
                <a16:creationId xmlns:a16="http://schemas.microsoft.com/office/drawing/2014/main" id="{7F70A2C4-3347-EF31-F002-FB70BCCF44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08344" y="938623"/>
            <a:ext cx="10369255" cy="4987842"/>
          </a:xfrm>
          <a:custGeom>
            <a:avLst/>
            <a:gdLst>
              <a:gd name="connsiteX0" fmla="*/ 0 w 4116027"/>
              <a:gd name="connsiteY0" fmla="*/ 0 h 5058263"/>
              <a:gd name="connsiteX1" fmla="*/ 3203647 w 4116027"/>
              <a:gd name="connsiteY1" fmla="*/ 0 h 5058263"/>
              <a:gd name="connsiteX2" fmla="*/ 3203647 w 4116027"/>
              <a:gd name="connsiteY2" fmla="*/ 1439014 h 5058263"/>
              <a:gd name="connsiteX3" fmla="*/ 4116027 w 4116027"/>
              <a:gd name="connsiteY3" fmla="*/ 1439014 h 5058263"/>
              <a:gd name="connsiteX4" fmla="*/ 4116027 w 4116027"/>
              <a:gd name="connsiteY4" fmla="*/ 5058263 h 5058263"/>
              <a:gd name="connsiteX5" fmla="*/ 0 w 4116027"/>
              <a:gd name="connsiteY5" fmla="*/ 5058263 h 5058263"/>
              <a:gd name="connsiteX0" fmla="*/ 3203647 w 4116027"/>
              <a:gd name="connsiteY0" fmla="*/ 1439014 h 5058263"/>
              <a:gd name="connsiteX1" fmla="*/ 4116027 w 4116027"/>
              <a:gd name="connsiteY1" fmla="*/ 1439014 h 5058263"/>
              <a:gd name="connsiteX2" fmla="*/ 4116027 w 4116027"/>
              <a:gd name="connsiteY2" fmla="*/ 5058263 h 5058263"/>
              <a:gd name="connsiteX3" fmla="*/ 0 w 4116027"/>
              <a:gd name="connsiteY3" fmla="*/ 5058263 h 5058263"/>
              <a:gd name="connsiteX4" fmla="*/ 0 w 4116027"/>
              <a:gd name="connsiteY4" fmla="*/ 0 h 5058263"/>
              <a:gd name="connsiteX5" fmla="*/ 3203647 w 4116027"/>
              <a:gd name="connsiteY5" fmla="*/ 0 h 5058263"/>
              <a:gd name="connsiteX6" fmla="*/ 3295087 w 4116027"/>
              <a:gd name="connsiteY6" fmla="*/ 1530454 h 5058263"/>
              <a:gd name="connsiteX0" fmla="*/ 3203647 w 4116027"/>
              <a:gd name="connsiteY0" fmla="*/ 1439014 h 5058263"/>
              <a:gd name="connsiteX1" fmla="*/ 4116027 w 4116027"/>
              <a:gd name="connsiteY1" fmla="*/ 1439014 h 5058263"/>
              <a:gd name="connsiteX2" fmla="*/ 4116027 w 4116027"/>
              <a:gd name="connsiteY2" fmla="*/ 5058263 h 5058263"/>
              <a:gd name="connsiteX3" fmla="*/ 0 w 4116027"/>
              <a:gd name="connsiteY3" fmla="*/ 5058263 h 5058263"/>
              <a:gd name="connsiteX4" fmla="*/ 0 w 4116027"/>
              <a:gd name="connsiteY4" fmla="*/ 0 h 5058263"/>
              <a:gd name="connsiteX5" fmla="*/ 3203647 w 4116027"/>
              <a:gd name="connsiteY5" fmla="*/ 0 h 5058263"/>
              <a:gd name="connsiteX0" fmla="*/ 4116027 w 4116027"/>
              <a:gd name="connsiteY0" fmla="*/ 1439014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3203647 w 4116027"/>
              <a:gd name="connsiteY4" fmla="*/ 0 h 5058263"/>
              <a:gd name="connsiteX0" fmla="*/ 4110211 w 4116027"/>
              <a:gd name="connsiteY0" fmla="*/ 1549397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3203647 w 4116027"/>
              <a:gd name="connsiteY4" fmla="*/ 0 h 5058263"/>
              <a:gd name="connsiteX0" fmla="*/ 4110211 w 4116027"/>
              <a:gd name="connsiteY0" fmla="*/ 1549397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2858576 w 4116027"/>
              <a:gd name="connsiteY4" fmla="*/ 0 h 5058263"/>
              <a:gd name="connsiteX0" fmla="*/ 4110211 w 4116027"/>
              <a:gd name="connsiteY0" fmla="*/ 1751767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2858576 w 4116027"/>
              <a:gd name="connsiteY4" fmla="*/ 0 h 5058263"/>
              <a:gd name="connsiteX0" fmla="*/ 4110211 w 4116027"/>
              <a:gd name="connsiteY0" fmla="*/ 1751767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2556812 w 4116027"/>
              <a:gd name="connsiteY4" fmla="*/ 6142 h 5058263"/>
              <a:gd name="connsiteX0" fmla="*/ 4110211 w 4116027"/>
              <a:gd name="connsiteY0" fmla="*/ 1751767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2470533 w 4116027"/>
              <a:gd name="connsiteY4" fmla="*/ 1434 h 5058263"/>
              <a:gd name="connsiteX0" fmla="*/ 4109005 w 4116027"/>
              <a:gd name="connsiteY0" fmla="*/ 1610052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2470533 w 4116027"/>
              <a:gd name="connsiteY4" fmla="*/ 1434 h 5058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16027" h="5058263">
                <a:moveTo>
                  <a:pt x="4109005" y="1610052"/>
                </a:moveTo>
                <a:cubicBezTo>
                  <a:pt x="4110944" y="2779674"/>
                  <a:pt x="4114088" y="3888641"/>
                  <a:pt x="4116027" y="5058263"/>
                </a:cubicBezTo>
                <a:lnTo>
                  <a:pt x="0" y="5058263"/>
                </a:lnTo>
                <a:lnTo>
                  <a:pt x="0" y="0"/>
                </a:lnTo>
                <a:lnTo>
                  <a:pt x="2470533" y="1434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2F8E998A-3B36-2F4E-7F48-AB6DBBF920D2}"/>
              </a:ext>
            </a:extLst>
          </p:cNvPr>
          <p:cNvSpPr txBox="1"/>
          <p:nvPr/>
        </p:nvSpPr>
        <p:spPr>
          <a:xfrm>
            <a:off x="8458541" y="1002847"/>
            <a:ext cx="279796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>
                <a:solidFill>
                  <a:schemeClr val="bg1"/>
                </a:solidFill>
              </a:rPr>
              <a:t>Készítette:Döbrőssy Bálint</a:t>
            </a:r>
          </a:p>
          <a:p>
            <a:r>
              <a:rPr lang="hu-HU">
                <a:solidFill>
                  <a:schemeClr val="bg1"/>
                </a:solidFill>
              </a:rPr>
              <a:t>              Vatali Zsolt</a:t>
            </a:r>
          </a:p>
          <a:p>
            <a:r>
              <a:rPr lang="hu-HU">
                <a:solidFill>
                  <a:schemeClr val="bg1"/>
                </a:solidFill>
              </a:rPr>
              <a:t>                     Szüllő Zsolt</a:t>
            </a:r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284010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8D3569-35F6-9F66-D447-1EB096008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Tartalom helye 3" descr="A képen szöveg, bútorok, polc, fedett pályás látható&#10;&#10;Lehet, hogy az AI által létrehozott tartalom helytelen.">
            <a:extLst>
              <a:ext uri="{FF2B5EF4-FFF2-40B4-BE49-F238E27FC236}">
                <a16:creationId xmlns:a16="http://schemas.microsoft.com/office/drawing/2014/main" id="{AFA78D93-C8E2-F470-DC45-CA4C9F65DD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88" b="-1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28959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8">
            <a:extLst>
              <a:ext uri="{FF2B5EF4-FFF2-40B4-BE49-F238E27FC236}">
                <a16:creationId xmlns:a16="http://schemas.microsoft.com/office/drawing/2014/main" id="{818D3569-35F6-9F66-D447-1EB096008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Tartalom helye 3" descr="A képen szöveg, bútorok, fedett pályás, tábla látható&#10;&#10;Lehet, hogy az AI által létrehozott tartalom helytelen.">
            <a:extLst>
              <a:ext uri="{FF2B5EF4-FFF2-40B4-BE49-F238E27FC236}">
                <a16:creationId xmlns:a16="http://schemas.microsoft.com/office/drawing/2014/main" id="{857D3D59-38C5-2B91-6543-A7655D55DC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89" r="-1" b="-1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218728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8D3569-35F6-9F66-D447-1EB096008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Tartalom helye 3" descr="A képen szöveg, óra, képernyőkép, fedett pályás látható&#10;&#10;Lehet, hogy az AI által létrehozott tartalom helytelen.">
            <a:extLst>
              <a:ext uri="{FF2B5EF4-FFF2-40B4-BE49-F238E27FC236}">
                <a16:creationId xmlns:a16="http://schemas.microsoft.com/office/drawing/2014/main" id="{8C651660-08A7-4C1C-50C9-0274F8686C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89" r="-1" b="-1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337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LimelightVTI">
  <a:themeElements>
    <a:clrScheme name="Limelight">
      <a:dk1>
        <a:sysClr val="windowText" lastClr="000000"/>
      </a:dk1>
      <a:lt1>
        <a:sysClr val="window" lastClr="FFFFFF"/>
      </a:lt1>
      <a:dk2>
        <a:srgbClr val="23353B"/>
      </a:dk2>
      <a:lt2>
        <a:srgbClr val="E0DDD8"/>
      </a:lt2>
      <a:accent1>
        <a:srgbClr val="90A208"/>
      </a:accent1>
      <a:accent2>
        <a:srgbClr val="6A8755"/>
      </a:accent2>
      <a:accent3>
        <a:srgbClr val="49716B"/>
      </a:accent3>
      <a:accent4>
        <a:srgbClr val="A16F7C"/>
      </a:accent4>
      <a:accent5>
        <a:srgbClr val="B16455"/>
      </a:accent5>
      <a:accent6>
        <a:srgbClr val="E08350"/>
      </a:accent6>
      <a:hlink>
        <a:srgbClr val="5F864B"/>
      </a:hlink>
      <a:folHlink>
        <a:srgbClr val="3F877D"/>
      </a:folHlink>
    </a:clrScheme>
    <a:fontScheme name="Trade Gothic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melightVTI" id="{7936DCFD-B587-41FD-9126-64F2709ED40B}" vid="{74F41540-78F1-4C56-9EAA-6FA6E9F1D77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4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5" baseType="lpstr">
      <vt:lpstr>LimelightVTI</vt:lpstr>
      <vt:lpstr>Fodrász szalon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155</cp:revision>
  <dcterms:created xsi:type="dcterms:W3CDTF">2026-04-12T17:18:27Z</dcterms:created>
  <dcterms:modified xsi:type="dcterms:W3CDTF">2026-04-13T09:25:02Z</dcterms:modified>
</cp:coreProperties>
</file>