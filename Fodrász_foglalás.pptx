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67" r:id="rId2"/>
    <p:sldId id="271" r:id="rId3"/>
    <p:sldId id="268" r:id="rId4"/>
    <p:sldId id="272" r:id="rId5"/>
    <p:sldId id="269" r:id="rId6"/>
    <p:sldId id="270" r:id="rId7"/>
    <p:sldId id="273" r:id="rId8"/>
    <p:sldId id="277" r:id="rId9"/>
    <p:sldId id="276" r:id="rId10"/>
    <p:sldId id="275" r:id="rId11"/>
    <p:sldId id="274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FC37C-6027-43B3-BA97-948AE48FE3C7}" v="228" dt="2026-04-13T09:24:52.173"/>
    <p1510:client id="{AB266FFF-98DE-421C-B8D3-977D3477F40B}" v="269" dt="2026-04-12T17:35:50.790"/>
    <p1510:client id="{C96138CC-E095-48C6-8802-01092B632827}" v="34" dt="2026-04-13T12:09:07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712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0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2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7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9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6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4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5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fedett pályás, óra látható&#10;&#10;Lehet, hogy az AI által létrehozott tartalom helytelen.">
            <a:extLst>
              <a:ext uri="{FF2B5EF4-FFF2-40B4-BE49-F238E27FC236}">
                <a16:creationId xmlns:a16="http://schemas.microsoft.com/office/drawing/2014/main" id="{D02B887A-A15F-88E7-3D2B-11D7C22EB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l="889" r="-1" b="-1"/>
          <a:stretch>
            <a:fillRect/>
          </a:stretch>
        </p:blipFill>
        <p:spPr>
          <a:xfrm>
            <a:off x="20" y="10"/>
            <a:ext cx="12191982" cy="6857990"/>
          </a:xfrm>
          <a:prstGeom prst="rect">
            <a:avLst/>
          </a:prstGeom>
        </p:spPr>
      </p:pic>
      <p:sp>
        <p:nvSpPr>
          <p:cNvPr id="24" name="Rectangle 12">
            <a:extLst>
              <a:ext uri="{FF2B5EF4-FFF2-40B4-BE49-F238E27FC236}">
                <a16:creationId xmlns:a16="http://schemas.microsoft.com/office/drawing/2014/main" id="{9D116A30-2A9E-3B9D-13D5-D633F2105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30" y="4727954"/>
            <a:ext cx="12192001" cy="2128934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8000"/>
                </a:srgbClr>
              </a:gs>
              <a:gs pos="100000">
                <a:srgbClr val="000000">
                  <a:alpha val="0"/>
                </a:srgbClr>
              </a:gs>
              <a:gs pos="56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A139E6A-94CB-3729-1976-2DCA57C2B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30" y="1112"/>
            <a:ext cx="12195029" cy="379044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6000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Cím 1">
            <a:extLst>
              <a:ext uri="{FF2B5EF4-FFF2-40B4-BE49-F238E27FC236}">
                <a16:creationId xmlns:a16="http://schemas.microsoft.com/office/drawing/2014/main" id="{6036629A-B3BA-0F30-BDBE-012A198D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4285881" cy="122510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spc="530" dirty="0" err="1">
                <a:solidFill>
                  <a:srgbClr val="FFFFFF"/>
                </a:solidFill>
              </a:rPr>
              <a:t>Fodrász</a:t>
            </a:r>
            <a:r>
              <a:rPr lang="en-US" sz="3200" spc="530" dirty="0">
                <a:solidFill>
                  <a:srgbClr val="FFFFFF"/>
                </a:solidFill>
              </a:rPr>
              <a:t> </a:t>
            </a:r>
            <a:r>
              <a:rPr lang="en-US" sz="3200" spc="530" dirty="0" err="1">
                <a:solidFill>
                  <a:srgbClr val="FFFFFF"/>
                </a:solidFill>
              </a:rPr>
              <a:t>szalon</a:t>
            </a:r>
          </a:p>
        </p:txBody>
      </p:sp>
      <p:sp>
        <p:nvSpPr>
          <p:cNvPr id="27" name="Freeform: Shape 16">
            <a:extLst>
              <a:ext uri="{FF2B5EF4-FFF2-40B4-BE49-F238E27FC236}">
                <a16:creationId xmlns:a16="http://schemas.microsoft.com/office/drawing/2014/main" id="{7F70A2C4-3347-EF31-F002-FB70BCCF4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344" y="938623"/>
            <a:ext cx="10369255" cy="4987842"/>
          </a:xfrm>
          <a:custGeom>
            <a:avLst/>
            <a:gdLst>
              <a:gd name="connsiteX0" fmla="*/ 0 w 4116027"/>
              <a:gd name="connsiteY0" fmla="*/ 0 h 5058263"/>
              <a:gd name="connsiteX1" fmla="*/ 3203647 w 4116027"/>
              <a:gd name="connsiteY1" fmla="*/ 0 h 5058263"/>
              <a:gd name="connsiteX2" fmla="*/ 3203647 w 4116027"/>
              <a:gd name="connsiteY2" fmla="*/ 1439014 h 5058263"/>
              <a:gd name="connsiteX3" fmla="*/ 4116027 w 4116027"/>
              <a:gd name="connsiteY3" fmla="*/ 1439014 h 5058263"/>
              <a:gd name="connsiteX4" fmla="*/ 4116027 w 4116027"/>
              <a:gd name="connsiteY4" fmla="*/ 5058263 h 5058263"/>
              <a:gd name="connsiteX5" fmla="*/ 0 w 4116027"/>
              <a:gd name="connsiteY5" fmla="*/ 5058263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6" fmla="*/ 3295087 w 4116027"/>
              <a:gd name="connsiteY6" fmla="*/ 1530454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0" fmla="*/ 4116027 w 4116027"/>
              <a:gd name="connsiteY0" fmla="*/ 1439014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556812 w 4116027"/>
              <a:gd name="connsiteY4" fmla="*/ 6142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  <a:gd name="connsiteX0" fmla="*/ 4109005 w 4116027"/>
              <a:gd name="connsiteY0" fmla="*/ 1610052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6027" h="5058263">
                <a:moveTo>
                  <a:pt x="4109005" y="1610052"/>
                </a:moveTo>
                <a:cubicBezTo>
                  <a:pt x="4110944" y="2779674"/>
                  <a:pt x="4114088" y="3888641"/>
                  <a:pt x="4116027" y="5058263"/>
                </a:cubicBezTo>
                <a:lnTo>
                  <a:pt x="0" y="5058263"/>
                </a:lnTo>
                <a:lnTo>
                  <a:pt x="0" y="0"/>
                </a:lnTo>
                <a:lnTo>
                  <a:pt x="2470533" y="1434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F8E998A-3B36-2F4E-7F48-AB6DBBF920D2}"/>
              </a:ext>
            </a:extLst>
          </p:cNvPr>
          <p:cNvSpPr txBox="1"/>
          <p:nvPr/>
        </p:nvSpPr>
        <p:spPr>
          <a:xfrm>
            <a:off x="8458541" y="1002847"/>
            <a:ext cx="27979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Készítette:Döbrőssy Bálint</a:t>
            </a:r>
          </a:p>
          <a:p>
            <a:r>
              <a:rPr lang="hu-HU">
                <a:solidFill>
                  <a:schemeClr val="bg1"/>
                </a:solidFill>
              </a:rPr>
              <a:t>              Vatali Zsolt</a:t>
            </a:r>
          </a:p>
          <a:p>
            <a:r>
              <a:rPr lang="hu-HU">
                <a:solidFill>
                  <a:schemeClr val="bg1"/>
                </a:solidFill>
              </a:rPr>
              <a:t>                     Szüllő Zsolt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8401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fedett pályás, számítógép látható&#10;&#10;Lehet, hogy az AI által létrehozott tartalom helytelen.">
            <a:extLst>
              <a:ext uri="{FF2B5EF4-FFF2-40B4-BE49-F238E27FC236}">
                <a16:creationId xmlns:a16="http://schemas.microsoft.com/office/drawing/2014/main" id="{099B2C2B-9068-11E4-8B2B-CA11BAA74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403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polc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AFA78D93-C8E2-F470-DC45-CA4C9F65D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8959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Tartalom helye 6" descr="A képen szöveg, bútorok, képernyőkép, asztal látható&#10;&#10;Lehet, hogy az AI által létrehozott tartalom helytelen.">
            <a:extLst>
              <a:ext uri="{FF2B5EF4-FFF2-40B4-BE49-F238E27FC236}">
                <a16:creationId xmlns:a16="http://schemas.microsoft.com/office/drawing/2014/main" id="{F902DD5C-7B30-3CE5-D77C-2CB7D60F6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7321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fedett pályás, tábla látható&#10;&#10;Lehet, hogy az AI által létrehozott tartalom helytelen.">
            <a:extLst>
              <a:ext uri="{FF2B5EF4-FFF2-40B4-BE49-F238E27FC236}">
                <a16:creationId xmlns:a16="http://schemas.microsoft.com/office/drawing/2014/main" id="{857D3D59-38C5-2B91-6543-A7655D55D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1872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óra, képernyőkép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8C651660-08A7-4C1C-50C9-0274F8686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376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képernyőkép, bútorok, polc látható&#10;&#10;Lehet, hogy az AI által létrehozott tartalom helytelen.">
            <a:extLst>
              <a:ext uri="{FF2B5EF4-FFF2-40B4-BE49-F238E27FC236}">
                <a16:creationId xmlns:a16="http://schemas.microsoft.com/office/drawing/2014/main" id="{ABA53691-FBE9-D118-6D26-06E35E0D1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8812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fedett pályás, számítógép, bútorok látható&#10;&#10;Lehet, hogy az AI által létrehozott tartalom helytelen.">
            <a:extLst>
              <a:ext uri="{FF2B5EF4-FFF2-40B4-BE49-F238E27FC236}">
                <a16:creationId xmlns:a16="http://schemas.microsoft.com/office/drawing/2014/main" id="{BCC422FF-494D-BC69-96F2-9C19BBE79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8953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számítógép, fedett pályás, bútorok látható&#10;&#10;Lehet, hogy az AI által létrehozott tartalom helytelen.">
            <a:extLst>
              <a:ext uri="{FF2B5EF4-FFF2-40B4-BE49-F238E27FC236}">
                <a16:creationId xmlns:a16="http://schemas.microsoft.com/office/drawing/2014/main" id="{C7F2C464-7666-8657-E8EA-2ABDCAC45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8144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számítógép, polc, bútorok látható&#10;&#10;Lehet, hogy az AI által létrehozott tartalom helytelen.">
            <a:extLst>
              <a:ext uri="{FF2B5EF4-FFF2-40B4-BE49-F238E27FC236}">
                <a16:creationId xmlns:a16="http://schemas.microsoft.com/office/drawing/2014/main" id="{55078288-738C-68DB-2FF4-33771D86F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81" r="307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8064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számítógép, bútorok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AF4BE3AC-B814-B4E9-9526-24F7BD261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0406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2" baseType="lpstr">
      <vt:lpstr>LimelightVTI</vt:lpstr>
      <vt:lpstr>Fodrász szalon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190</cp:revision>
  <dcterms:created xsi:type="dcterms:W3CDTF">2026-04-12T17:18:27Z</dcterms:created>
  <dcterms:modified xsi:type="dcterms:W3CDTF">2026-04-13T12:10:18Z</dcterms:modified>
</cp:coreProperties>
</file>